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21c75074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21c75074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2688540c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2688540c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688540c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2688540c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2688540c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2688540c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21c75074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21c75074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2688540c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2688540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2688540c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2688540c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2688540c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2688540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2688540c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2688540c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2688540c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2688540c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21c75074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21c75074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4498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latin typeface="Arial"/>
                <a:ea typeface="Arial"/>
                <a:cs typeface="Arial"/>
                <a:sym typeface="Arial"/>
              </a:rPr>
              <a:t>Incidente de Seguridad.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latin typeface="Arial"/>
                <a:ea typeface="Arial"/>
                <a:cs typeface="Arial"/>
                <a:sym typeface="Arial"/>
              </a:rPr>
              <a:t>Análisis, Respuesta y Recomendaciones.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516250" y="41291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David Huang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3419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Índice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416275" y="1401175"/>
            <a:ext cx="43527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Incidente ocurrido.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Reconocimiento de vulnerabilidad.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Recolección de la vulnerabilidad.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olución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del incidente.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Investigación de nuevas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Vulnerabilidad en el puerto 21.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Vulnerabilidad en el puerto 80.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Recomendaciones sobre la máquina.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375" y="1408400"/>
            <a:ext cx="4070224" cy="252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Reconocimiento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Herramientas útiles como Rkhunter o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Chkrootkit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para detectar malware y netstat para comprobar puertos encendidos.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37500" t="10770"/>
          <a:stretch/>
        </p:blipFill>
        <p:spPr>
          <a:xfrm>
            <a:off x="186600" y="2545800"/>
            <a:ext cx="4131825" cy="23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550" y="2571740"/>
            <a:ext cx="4515601" cy="137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Rkhunter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malware o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3">
            <a:alphaModFix/>
          </a:blip>
          <a:srcRect b="88962" l="0" r="0" t="0"/>
          <a:stretch/>
        </p:blipFill>
        <p:spPr>
          <a:xfrm>
            <a:off x="1704975" y="2301775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 rotWithShape="1">
          <a:blip r:embed="rId4">
            <a:alphaModFix/>
          </a:blip>
          <a:srcRect b="82320" l="0" r="0" t="0"/>
          <a:stretch/>
        </p:blipFill>
        <p:spPr>
          <a:xfrm>
            <a:off x="1704975" y="2659888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5">
            <a:alphaModFix/>
          </a:blip>
          <a:srcRect b="61560" l="0" r="0" t="24499"/>
          <a:stretch/>
        </p:blipFill>
        <p:spPr>
          <a:xfrm>
            <a:off x="1704975" y="3018000"/>
            <a:ext cx="5734050" cy="20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4975" y="3376125"/>
            <a:ext cx="573405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Chkrootkit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1576650" y="1307850"/>
            <a:ext cx="5990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utiliza la herramienta para ayudar a la detección de rootkits.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758563"/>
            <a:ext cx="57340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975" y="3954125"/>
            <a:ext cx="57340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Evidencias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-La máquina virtual debian sufrió un ataque por el puerto 22.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-Con una mala configuración del SSH, da una vulnerabilidad de escalada de privilegios.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2325" y="2571750"/>
            <a:ext cx="2344075" cy="22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75" y="3093575"/>
            <a:ext cx="57340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type="title"/>
          </p:nvPr>
        </p:nvSpPr>
        <p:spPr>
          <a:xfrm>
            <a:off x="1052550" y="4041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Solución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/>
          <p:nvPr>
            <p:ph idx="1" type="body"/>
          </p:nvPr>
        </p:nvSpPr>
        <p:spPr>
          <a:xfrm>
            <a:off x="1052550" y="1318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Actualizar la máquina.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un firewall “ufw” para la ayuda contra la vulnerabilidad conocida.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Cambio en el fichero de la autenticación del puerto 22.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750" y="2714425"/>
            <a:ext cx="57340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3350" y="2571763"/>
            <a:ext cx="2344075" cy="22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052550" y="4041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Investigación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1052550" y="13182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Se usa la herramienta de Nmap para analizar los puertos y Nikto.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Gracias a la máquina Kali nos ayudará a la investigación.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100" y="2457300"/>
            <a:ext cx="4203999" cy="247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50" y="2747100"/>
            <a:ext cx="4381251" cy="18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Vsftpd (puerto 21)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El puerto 21 tiene un acceso autorizado con un acceso llamado “anonymous”.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938" y="2000900"/>
            <a:ext cx="7210125" cy="26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1052550" y="38340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Apache (puerto 80)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1052550" y="1297500"/>
            <a:ext cx="7038900" cy="31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Gracias a la herramienta Nikto se ha encontrado varias vulnerabilidades en la página web.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388" y="1981850"/>
            <a:ext cx="4917225" cy="28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105255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Arial"/>
                <a:ea typeface="Arial"/>
                <a:cs typeface="Arial"/>
                <a:sym typeface="Arial"/>
              </a:rPr>
              <a:t>Recomendaciones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105255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Deshabilitar el acceso anónimo del puerto vsftpd.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Aplicar un firewall para 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contrarrestar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las vulnerabilidades.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Inhabilitar el acceso a la página web.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/>
              <a:t>Conclusión</a:t>
            </a:r>
            <a:endParaRPr b="1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