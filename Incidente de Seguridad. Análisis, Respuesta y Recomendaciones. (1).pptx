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1c75074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1c75074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2688540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2688540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688540c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2688540c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2688540c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2688540c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68dca77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68dca7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21c75074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21c75074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688540c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2688540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688540c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688540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2688540c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2688540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688540c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2688540c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2688540c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2688540c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309e579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309e579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309e579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309e579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309e579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309e579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309e5796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309e5796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309e579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309e579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309e5796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309e5796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21c75074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21c75074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Relationship Id="rId7" Type="http://schemas.openxmlformats.org/officeDocument/2006/relationships/image" Target="../media/image16.pn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449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Incidente de Seguridad.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Análisis, Respuesta y Recomendaciones.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516250" y="41291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David Huang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3419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Índice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16275" y="1401175"/>
            <a:ext cx="43527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Incidente ocurrido.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Reconocimiento de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Recolección de la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olución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del incidente.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Investigación de nuevas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21.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80.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Recomendaciones sobre la máquina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Mejoras a futuro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Organizar un plan de respuestas contra incidentes.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Crear backups.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Además de crear un plan de concienciación.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375" y="1408400"/>
            <a:ext cx="4070224" cy="252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Reconocimiento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Herramientas útiles como Rkhunter o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Chkrootkit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para detectar malware y el uso de journalctl para verificar si han entrado en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37500" t="10770"/>
          <a:stretch/>
        </p:blipFill>
        <p:spPr>
          <a:xfrm>
            <a:off x="186600" y="2545800"/>
            <a:ext cx="4131825" cy="23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550" y="2571740"/>
            <a:ext cx="4515601" cy="137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Rkhunter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malware o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b="88962" l="0" r="0" t="0"/>
          <a:stretch/>
        </p:blipFill>
        <p:spPr>
          <a:xfrm>
            <a:off x="1704975" y="2341800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82320" l="0" r="0" t="0"/>
          <a:stretch/>
        </p:blipFill>
        <p:spPr>
          <a:xfrm>
            <a:off x="1704975" y="2691563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5">
            <a:alphaModFix/>
          </a:blip>
          <a:srcRect b="61560" l="0" r="0" t="24499"/>
          <a:stretch/>
        </p:blipFill>
        <p:spPr>
          <a:xfrm>
            <a:off x="1704975" y="3907875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0025" y="4257650"/>
            <a:ext cx="57340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7">
            <a:alphaModFix/>
          </a:blip>
          <a:srcRect b="84713" l="0" r="0" t="0"/>
          <a:stretch/>
        </p:blipFill>
        <p:spPr>
          <a:xfrm>
            <a:off x="2409825" y="1925140"/>
            <a:ext cx="4324350" cy="27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4975" y="3041325"/>
            <a:ext cx="57340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Chkrootkit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rootkits.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923688"/>
            <a:ext cx="57340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4044200"/>
            <a:ext cx="57340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94936"/>
          <a:stretch/>
        </p:blipFill>
        <p:spPr>
          <a:xfrm>
            <a:off x="1704975" y="1671650"/>
            <a:ext cx="5734050" cy="1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Journalctl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rootkits.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405063"/>
            <a:ext cx="57340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Evidencias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-La máquina virtual debian sufrió un ataque por 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-Con una mala configuración del SSH, da una vulnerabilidad de escalada de privilegios.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2325" y="2571750"/>
            <a:ext cx="2344075" cy="22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75" y="3093575"/>
            <a:ext cx="57340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Solución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Cambio en el fichero de la autenticación del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un firewall “ufw” para la ayuda contra la vulnerabilidad conocida.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50" y="2714425"/>
            <a:ext cx="57340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050" y="2571763"/>
            <a:ext cx="2325124" cy="22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Investigación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usa la herramienta de Nmap para analizar los puertos, Netstat y Nikto.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máquina Kali nos ayudará a la investigación.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50" y="2609175"/>
            <a:ext cx="4030945" cy="17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5758" l="0" r="0" t="0"/>
          <a:stretch/>
        </p:blipFill>
        <p:spPr>
          <a:xfrm>
            <a:off x="4318000" y="2585075"/>
            <a:ext cx="4720925" cy="17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Vsftpd (puerto 21)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El puerto 21 tiene un acceso autorizado con un acceso llamado “anonymous”.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38" y="2000900"/>
            <a:ext cx="7210125" cy="26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1052550" y="3834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Apache (puerto 80)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1052550" y="1297500"/>
            <a:ext cx="7038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herramienta Nikto se ha encontrado varias vulnerabilidades en la página web.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625" y="1755525"/>
            <a:ext cx="5524575" cy="3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 en el puerto 21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Deshabilitar el acceso anónimo del puerto vsftpd.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 un firewall para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contrarrestar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las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50" y="2310775"/>
            <a:ext cx="3259925" cy="262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4">
            <a:alphaModFix/>
          </a:blip>
          <a:srcRect b="75973" l="0" r="0" t="0"/>
          <a:stretch/>
        </p:blipFill>
        <p:spPr>
          <a:xfrm>
            <a:off x="3937275" y="2310775"/>
            <a:ext cx="5123499" cy="3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 rotWithShape="1">
          <a:blip r:embed="rId4">
            <a:alphaModFix/>
          </a:blip>
          <a:srcRect b="11129" l="0" r="0" t="46342"/>
          <a:stretch/>
        </p:blipFill>
        <p:spPr>
          <a:xfrm>
            <a:off x="3914550" y="2763950"/>
            <a:ext cx="5123500" cy="6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 en el puerto 80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38" y="1287350"/>
            <a:ext cx="3380450" cy="27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75" y="4457975"/>
            <a:ext cx="4058575" cy="6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0563" y="1287350"/>
            <a:ext cx="27146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575" y="2730375"/>
            <a:ext cx="26574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575" y="3611437"/>
            <a:ext cx="2581475" cy="11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4860600"/>
            <a:ext cx="46386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1052550" y="3834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1083973" y="1297500"/>
            <a:ext cx="7038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Actualizar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(Opcional)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Eliminación de puertos.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 firewalls.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(Opcional) Añadir un crontab para la actualización del sistema.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 rotWithShape="1">
          <a:blip r:embed="rId3">
            <a:alphaModFix/>
          </a:blip>
          <a:srcRect b="9665" l="0" r="0" t="0"/>
          <a:stretch/>
        </p:blipFill>
        <p:spPr>
          <a:xfrm>
            <a:off x="147375" y="2621800"/>
            <a:ext cx="4630000" cy="14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325" y="2621800"/>
            <a:ext cx="4067776" cy="16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250" y="2621800"/>
            <a:ext cx="5001500" cy="10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4825" y="3810325"/>
            <a:ext cx="5214349" cy="12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675" y="2571750"/>
            <a:ext cx="5137000" cy="17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23800" y="2801475"/>
            <a:ext cx="3547400" cy="7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7800" y="2517575"/>
            <a:ext cx="3193375" cy="25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Mejora a futuro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Organizar un plan de respuestas contra incidentes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Crear backups.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Plan de respuestas ante incidentes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Prever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Informar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Responder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Mitigar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Aprendizaje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Creación de backups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Tipos de respaldo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Automatización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Almacenamient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Verificación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Seguridad y control de acceso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Mecanismos para proteger los datos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Seguir la triada de la CIA.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Respaldos periódicos.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Cifrado de datos.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Implementarlos.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30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722" y="1365925"/>
            <a:ext cx="3313451" cy="28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Conclusión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